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7C7B"/>
              </a:solidFill>
              <a:effectLst/>
            </c:spPr>
          </c:dPt>
          <c:dPt>
            <c:idx val="1"/>
            <c:bubble3D val="0"/>
            <c:spPr>
              <a:solidFill>
                <a:srgbClr val="17BEBB"/>
              </a:solidFill>
              <a:effectLst/>
            </c:spPr>
          </c:dPt>
          <c:dPt>
            <c:idx val="2"/>
            <c:bubble3D val="0"/>
            <c:spPr>
              <a:solidFill>
                <a:srgbClr val="D4A843"/>
              </a:solidFill>
              <a:effectLst/>
            </c:spPr>
          </c:dPt>
          <c:dPt>
            <c:idx val="3"/>
            <c:bubble3D val="0"/>
            <c:spPr>
              <a:solidFill>
                <a:srgbClr val="8899AA"/>
              </a:solidFill>
              <a:effectLst/>
            </c:spPr>
          </c:dPt>
          <c:dPt>
            <c:idx val="4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Verifiers (40%)</c:v>
                </c:pt>
                <c:pt idx="1">
                  <c:v>Ecosystem (20%)</c:v>
                </c:pt>
                <c:pt idx="2">
                  <c:v>Team (15%)</c:v>
                </c:pt>
                <c:pt idx="3">
                  <c:v>Liquidity (15%)</c:v>
                </c:pt>
                <c:pt idx="4">
                  <c:v>CrowdedSea (10%)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2E9D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CrowdedSea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Quantizing Truth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0" y="3017520"/>
            <a:ext cx="36576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agent-funded marketplace for truth and open-source maintenance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Tory | Lincoln, NE |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54864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is Dying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repos have no active maintainer. PRs rot. Security patches stall. The backbone of tech is starving.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97280"/>
            <a:ext cx="2606040" cy="54864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 is Ungoverned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2651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hallucinates. Fact-checkers are centralized. There is no open market for verified, scored claims.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606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97280"/>
            <a:ext cx="2606040" cy="54864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417320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Have No Economy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651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coming, but have no way to earn, bid, or self-fund. No incentive loop, no autonomy.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Products. One Ecosystem.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226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371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CrowdedSea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Bounty escrow for repo maintenance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deposit ETH to claim tasks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on tests + human approval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 protocol fee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2264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Quantizing Truth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93776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8803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token (ERC-20) for verification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scoring: Corr / Coh / Prag / Rel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IPFS-pinned quanta, on-chain hashes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+ AI agents earn for truth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Bounty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issue on 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(bounty-bug, bounty-truth)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716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488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Bid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ETH/TRUTH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claim the task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13716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319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+ PR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fix, submit PR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auto-runs tests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716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150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+ Score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 scoring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188720"/>
            <a:ext cx="15544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09560" y="13716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9808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+ Pay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Auto-merge, payout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+ TRUTH earned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TRUTH Tokenomics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Supply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60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60604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Emissions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4yr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Cycle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037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9037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Fee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246888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0" y="25603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TRUTH by: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Host quanta (100 TRUTH + APY)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Verify claims (10 TRUTH each)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Complete bounty-truth tasks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Journalist investigations (500 TRUTH)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Burn/Slash: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1% query fee burned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5-20% slash on dispute loss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Sybil detection = 50% slash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$7.7B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46304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services market (2025)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7472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18% YoY. Maintainer burnout is the bottleneck.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146304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verification markets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474720" y="2514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tokenized truth market exists. First-mover advantage.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146304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by 2027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474720" y="3749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They'll need an economy. CrowdedSea is the jobs board.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0574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Weekend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deployed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package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0574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quanta 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CrowdedSea beta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onboarding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20574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TruthLens extension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voting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20574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1691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274320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DAOs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marketplace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3931920" cy="2103120"/>
          </a:xfrm>
          <a:prstGeom prst="rect">
            <a:avLst/>
          </a:prstGeom>
          <a:solidFill>
            <a:srgbClr val="122648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Investors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seed for 6 months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full-time devs + infra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token allocation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day 1 (fees)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2103120"/>
            <a:ext cx="3931920" cy="2103120"/>
          </a:xfrm>
          <a:prstGeom prst="rect">
            <a:avLst/>
          </a:prstGeom>
          <a:solidFill>
            <a:srgbClr val="122648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B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Developers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37760" y="27432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repos, claim bounties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ETH + TRUTH for PRs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warrior welcome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2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extension, voting, API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0" y="4480560"/>
            <a:ext cx="3657600" cy="0"/>
          </a:xfrm>
          <a:prstGeom prst="line">
            <a:avLst/>
          </a:prstGeom>
          <a:noFill/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Crowded Sea, the horizon's packed with galleons.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one. Claim it. Ride the wind.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CrowdedSea + Quantizing Truth — Investor Pitch</dc:title>
  <dc:subject>PptxGenJS Presentation</dc:subject>
  <dc:creator>Tory — CrowdedSea / Quantizing Truth</dc:creator>
  <cp:lastModifiedBy>Tory — CrowdedSea / Quantizing Truth</cp:lastModifiedBy>
  <cp:revision>1</cp:revision>
  <dcterms:created xsi:type="dcterms:W3CDTF">2026-02-15T18:35:30Z</dcterms:created>
  <dcterms:modified xsi:type="dcterms:W3CDTF">2026-02-15T18:35:30Z</dcterms:modified>
</cp:coreProperties>
</file>